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14400"/>
            <a:ext cx="256032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FOR BHARAT HACKATHON  •  THEME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2377440" y="1371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Multilingual LLM-Powered Patient Safety Signal Detection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Social &amp; Clinical Feedback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50292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74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Karan Keche  |  kechekaran_cd2c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767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CRPF · Patient Safety · India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3200400"/>
            <a:ext cx="1828800" cy="14630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</a:rPr>
              <a:t>7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949440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LANGUAGES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SUPPORTED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India's Patient Safety Signals Are Invisible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31089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600200"/>
            <a:ext cx="868680" cy="868680"/>
          </a:xfrm>
          <a:prstGeom prst="ellipse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00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Language Barrier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3063240"/>
            <a:ext cx="23957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Patients report drug reactions in Hindi, Tamil, Bengali, Telugu — but all pharmacovigilance systems are English-only.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06040" cy="31089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1600200"/>
            <a:ext cx="868680" cy="868680"/>
          </a:xfrm>
          <a:prstGeom prst="ellipse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600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25786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Social Media Blind Spot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3063240"/>
            <a:ext cx="23957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Millions of safety signals on Twitter, WhatsApp, Facebook groups go completely undetected by government agencies.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31089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03720" y="1600200"/>
            <a:ext cx="868680" cy="868680"/>
          </a:xfrm>
          <a:prstGeom prst="ellipse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600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25786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Reactive, Not Proactive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3063240"/>
            <a:ext cx="23957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CDSCO and hospitals learn about drug reactions and outbreaks weeks late — only after clinical reports, not real-time.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908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1.4Bn+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India's population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46908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22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Official languages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46908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&lt;1%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ADRs reported to PvPI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PulseAI — 4-Stage Multilingual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777240" cy="77724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07008" y="1755648"/>
            <a:ext cx="228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371600"/>
            <a:ext cx="7269480" cy="777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142646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Multilingual 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173736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Scrapes &amp; ingests posts in 7 Indian languages from Twitter, Facebook, YouTube, WhatsApp. Auto-detects language with 95%+ accuracy.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777240" cy="7772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07008" y="2624328"/>
            <a:ext cx="22860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2240280"/>
            <a:ext cx="7269480" cy="777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229514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Translation &amp; NLP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60604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Claude API translates regional slang (e.g. 'dawai se chakkar' → ADR: Dizziness) and normalizes Indian medical terminology.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777240" cy="77724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108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07008" y="3493008"/>
            <a:ext cx="228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8760" y="3108960"/>
            <a:ext cx="7269480" cy="777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45920" y="316382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Signal Classification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47472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Classifies each post into ADR, Hospital Negligence, Medicine Shortage, or Outbreak Hint with 0–10 severity score and confidence.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777240" cy="77724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977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207008" y="4361688"/>
            <a:ext cx="2286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08760" y="3977640"/>
            <a:ext cx="7269480" cy="7772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645920" y="403250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Geo-Tagged Alert 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43434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All signals pinned to district-level on India map. Clusters auto-trigger alerts to State Drug Authority or hospital board.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6908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 Stack: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45920" y="4718304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645920" y="471830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E8F9"/>
                </a:solidFill>
              </a:rPr>
              <a:t>Python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07792" y="4718304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907792" y="471830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E8F9"/>
                </a:solidFill>
              </a:rPr>
              <a:t>Streamlit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69664" y="4718304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169664" y="471830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E8F9"/>
                </a:solidFill>
              </a:rPr>
              <a:t>Claude API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31536" y="4718304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31536" y="471830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E8F9"/>
                </a:solidFill>
              </a:rPr>
              <a:t>Pandas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93408" y="4718304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693408" y="471830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E8F9"/>
                </a:solidFill>
              </a:rPr>
              <a:t>Plotly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955280" y="4718304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955280" y="471830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E8F9"/>
                </a:solidFill>
              </a:rPr>
              <a:t>Mapbox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 Languages. 4 Signal Types. Real Claude Analysis.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8B5CF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298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5FD"/>
                </a:solidFill>
              </a:rPr>
              <a:t>Hindi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25880" y="13075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Is dawai se chakkar aa raha hai...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26280" y="129844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2984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ADR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1911096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8B5CF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91109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5FD"/>
                </a:solidFill>
              </a:rPr>
              <a:t>Tamil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25880" y="192024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Apollo la nurse care pannala...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26280" y="1911096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9110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Hospital Negligence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8B5CF6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237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5FD"/>
                </a:solidFill>
              </a:rPr>
              <a:t>Bengali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325880" y="253288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Amoxicillin Kolkata te nei...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26280" y="2523744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AB308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52374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Medicine Shortage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" y="3136392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8B5CF6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1363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5FD"/>
                </a:solidFill>
              </a:rPr>
              <a:t>English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325880" y="31455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Paracetamol gave me rashes...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26280" y="3136392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1363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ADR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8B5CF6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749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5FD"/>
                </a:solidFill>
              </a:rPr>
              <a:t>Telugu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25880" y="37581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Vijayawada lo stomach problems...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26280" y="3749040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7490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Outbreak Hint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0040" y="436168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8B5CF6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3616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5FD"/>
                </a:solidFill>
              </a:rPr>
              <a:t>Kannada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325880" y="43708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Atorvastatin thinidaga valikku...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26280" y="436168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AB308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43616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ADR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035040" y="1234440"/>
            <a:ext cx="2743200" cy="36118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234440"/>
            <a:ext cx="27432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🚨 OUTBREAK HINT — CRITICAL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26480" y="17190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Language: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269480" y="17190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</a:rPr>
              <a:t>Telugu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26480" y="2148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Severity: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69480" y="21488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9/10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26480" y="25786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Confidence: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269480" y="2578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</a:rPr>
              <a:t>92%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26480" y="30083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Location: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69480" y="30083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</a:rPr>
              <a:t>Vijayawada, AP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26480" y="34381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Entity: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269480" y="34381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</a:rPr>
              <a:t>Stomach illness cluster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26480" y="3867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Action: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269480" y="38679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Immediate Alert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🔗 Live: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</a:rPr>
              <a:t>Deploy on Streamlit Cloud → share your Anthropic API key → instant demo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</a:rPr>
              <a:t>IMPACT &amp; UNIQUENESS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First Multilingual Safety Radar for India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06040" cy="14630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91440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Indian Languages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Supported natively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06040" cy="14630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371600"/>
            <a:ext cx="91440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63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3756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Signal Types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ADR · Neglect · Shortage · Outbreak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14630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371600"/>
            <a:ext cx="91440" cy="1463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63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</a:rPr>
              <a:t>&lt;5 sec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7220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Detection 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weeks manually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Directly plugs into India's Pharmacovigilance Programme (PvPI) workflow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Catches outbreak signals days before official hospital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10912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Scalable to all 28 states with zero change in core architecture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8404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10912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Aligns with MoHFW Digital Health Mission &amp; Ayushman Bharat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5994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🔗 github.com/karankeche/pulseai  |  Theme 6: Real-Time Social Listening  |  AI for Bharat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</a:rPr>
              <a:t>ROADMAP &amp; CLOSING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What's Next for PulseAI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06040" cy="32004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60604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Phase 1 ✅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MVP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7-language NLP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Claude API pipeline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Signal classification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India heatmap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06040" cy="32004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371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Phase 2 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645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PvPI API integration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Real-time scraping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Hospital portal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SMS alerts to CDSCO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234440"/>
            <a:ext cx="2606040" cy="32004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1371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Phase 3 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1645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Scale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103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22-language support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State health boards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ML trend forecasting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Mobile app for ASHAs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5445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Thank You  •  Built with ❤️ for AI for Bharat  •  Karan Keche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PulseAI Pitch Deck</dc:title>
  <dc:subject>PptxGenJS Presentation</dc:subject>
  <dc:creator>PptxGenJS</dc:creator>
  <cp:lastModifiedBy>PptxGenJS</cp:lastModifiedBy>
  <cp:revision>1</cp:revision>
  <dcterms:created xsi:type="dcterms:W3CDTF">2026-05-06T10:23:53Z</dcterms:created>
  <dcterms:modified xsi:type="dcterms:W3CDTF">2026-05-06T10:23:53Z</dcterms:modified>
</cp:coreProperties>
</file>